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E80570B-2AA1-4C36-BAF4-58EDAF0CB719}" type="datetimeFigureOut">
              <a:rPr lang="pt-BR" smtClean="0"/>
              <a:t>29/08/2012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CBDD579-EA6E-4A7A-96C8-65359B406767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9592" y="1268760"/>
            <a:ext cx="7772400" cy="1824199"/>
          </a:xfrm>
        </p:spPr>
        <p:txBody>
          <a:bodyPr>
            <a:noAutofit/>
          </a:bodyPr>
          <a:lstStyle/>
          <a:p>
            <a:r>
              <a:rPr lang="pt-BR" sz="3600" b="1" dirty="0" smtClean="0"/>
              <a:t>Desenvolvimento de software </a:t>
            </a:r>
            <a:r>
              <a:rPr lang="pt-BR" sz="3600" dirty="0" smtClean="0"/>
              <a:t>para</a:t>
            </a:r>
            <a:r>
              <a:rPr lang="pt-BR" sz="3600" b="1" dirty="0" smtClean="0"/>
              <a:t> informatização da Loja </a:t>
            </a:r>
            <a:r>
              <a:rPr lang="pt-BR" sz="3600" b="1" dirty="0" err="1" smtClean="0"/>
              <a:t>Ecotrel</a:t>
            </a:r>
            <a:r>
              <a:rPr lang="pt-BR" sz="3600" b="1" dirty="0" smtClean="0"/>
              <a:t> </a:t>
            </a:r>
            <a:endParaRPr lang="pt-BR" sz="3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5800" y="3861047"/>
            <a:ext cx="7772400" cy="950263"/>
          </a:xfrm>
        </p:spPr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1027" name="Picture 3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0"/>
            <a:ext cx="1843430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62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2595744"/>
          </a:xfrm>
        </p:spPr>
        <p:txBody>
          <a:bodyPr>
            <a:normAutofit/>
          </a:bodyPr>
          <a:lstStyle/>
          <a:p>
            <a:r>
              <a:rPr lang="pt-BR" sz="2200" dirty="0" smtClean="0"/>
              <a:t>A equipe é formada por: 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 smtClean="0"/>
              <a:t>Adilson Gomes Da Silva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 smtClean="0"/>
              <a:t>Alan Gomes Da Silva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 smtClean="0"/>
              <a:t>Felipe Moreira </a:t>
            </a:r>
            <a:r>
              <a:rPr lang="pt-BR" sz="2200" dirty="0" err="1" smtClean="0"/>
              <a:t>Araujo</a:t>
            </a:r>
            <a:endParaRPr lang="pt-BR" sz="2200" dirty="0" smtClean="0"/>
          </a:p>
          <a:p>
            <a:pPr>
              <a:buFont typeface="Wingdings" pitchFamily="2" charset="2"/>
              <a:buChar char="§"/>
            </a:pPr>
            <a:r>
              <a:rPr lang="pt-BR" sz="2200" dirty="0" smtClean="0"/>
              <a:t>Francisco Mattos Bento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 smtClean="0"/>
              <a:t>Wellington Aparecido </a:t>
            </a:r>
            <a:r>
              <a:rPr lang="pt-BR" sz="2200" dirty="0"/>
              <a:t>D</a:t>
            </a:r>
            <a:r>
              <a:rPr lang="pt-BR" sz="2200" dirty="0" smtClean="0"/>
              <a:t>a </a:t>
            </a:r>
            <a:r>
              <a:rPr lang="pt-BR" sz="2200" dirty="0"/>
              <a:t>L</a:t>
            </a:r>
            <a:r>
              <a:rPr lang="pt-BR" sz="2200" dirty="0" smtClean="0"/>
              <a:t>uz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Equipe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719108"/>
            <a:ext cx="4032448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1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19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73</TotalTime>
  <Words>35</Words>
  <Application>Microsoft Office PowerPoint</Application>
  <PresentationFormat>Apresentação na tela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Concurso</vt:lpstr>
      <vt:lpstr>Desenvolvimento de software para informatização da Loja Ecotrel </vt:lpstr>
      <vt:lpstr>A Equipe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INFORMATIZAÇÃO DA LOJA ECOTREL</dc:title>
  <dc:creator>Manutencao</dc:creator>
  <cp:lastModifiedBy>Manutencao</cp:lastModifiedBy>
  <cp:revision>7</cp:revision>
  <dcterms:created xsi:type="dcterms:W3CDTF">2012-08-29T22:47:21Z</dcterms:created>
  <dcterms:modified xsi:type="dcterms:W3CDTF">2012-08-30T00:00:45Z</dcterms:modified>
</cp:coreProperties>
</file>